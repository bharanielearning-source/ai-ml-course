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193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1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14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34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49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0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48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3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854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51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20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0DD4F-C3E9-419C-A6B1-D97CD63C7BC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15318C0-CFD2-4E3E-ABD5-DE9A964AE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3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17AD0-A724-BC58-5E19-EBEBE1B53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Python Programming &amp; Data types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4874D-0E15-39F7-3CCC-0B5B73AD6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Kunal Agarwal</a:t>
            </a:r>
          </a:p>
          <a:p>
            <a:r>
              <a:rPr lang="en-GB" dirty="0" err="1"/>
              <a:t>Aideas</a:t>
            </a:r>
            <a:r>
              <a:rPr lang="en-GB" dirty="0"/>
              <a:t> Academy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27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7633-C083-0CD9-F421-4955A761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101DA4-1E30-B67F-4099-C619C6AE9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91" y="963560"/>
            <a:ext cx="11533790" cy="553937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E029753A-6A3F-98E6-DF25-A3C1D7845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215" y="254309"/>
            <a:ext cx="9228201" cy="1645920"/>
          </a:xfrm>
        </p:spPr>
        <p:txBody>
          <a:bodyPr/>
          <a:lstStyle/>
          <a:p>
            <a:r>
              <a:rPr lang="en-GB" dirty="0"/>
              <a:t>Terminology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942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9599-316B-6BD4-DEE5-77085350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8579FD00-22C3-FA0B-59F7-3441B39EF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215" y="254309"/>
            <a:ext cx="9228201" cy="1645920"/>
          </a:xfrm>
        </p:spPr>
        <p:txBody>
          <a:bodyPr/>
          <a:lstStyle/>
          <a:p>
            <a:r>
              <a:rPr lang="en-GB" dirty="0"/>
              <a:t>Introduction to Variables and Assignments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386EDD-C4FF-CD3A-E90E-CE7A887A6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52" y="825482"/>
            <a:ext cx="11178847" cy="585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33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751AF-59F2-DB16-ED69-EB4AC0D7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Types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AABFC8-D26D-4092-58C1-FADC402E1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46" y="2011363"/>
            <a:ext cx="9062398" cy="414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0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33DF-3EC8-A96E-8A10-105449D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1888737" cy="1761886"/>
          </a:xfrm>
        </p:spPr>
        <p:txBody>
          <a:bodyPr/>
          <a:lstStyle/>
          <a:p>
            <a:r>
              <a:rPr lang="en-GB" dirty="0"/>
              <a:t>Python don’t innately have Arrays built in.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C0F96-C3B5-4D01-7345-3ECFE2B0D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1515344" cy="4025326"/>
          </a:xfrm>
        </p:spPr>
        <p:txBody>
          <a:bodyPr/>
          <a:lstStyle/>
          <a:p>
            <a:r>
              <a:rPr lang="en-GB" dirty="0"/>
              <a:t>Use </a:t>
            </a:r>
            <a:r>
              <a:rPr lang="en-GB" dirty="0" err="1"/>
              <a:t>Numpy</a:t>
            </a:r>
            <a:endParaRPr lang="en-GB" dirty="0"/>
          </a:p>
          <a:p>
            <a:r>
              <a:rPr lang="en-GB" dirty="0" err="1"/>
              <a:t>Np.ARRAY</a:t>
            </a:r>
            <a:r>
              <a:rPr lang="en-GB" dirty="0"/>
              <a:t>([1,2,3])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63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06293-4D70-F952-E2DE-7A188F73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5B37C-AE6F-42A8-EAF6-930D5EA1D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1515344" cy="4025326"/>
          </a:xfrm>
        </p:spPr>
        <p:txBody>
          <a:bodyPr/>
          <a:lstStyle/>
          <a:p>
            <a:r>
              <a:rPr lang="en-GB" dirty="0"/>
              <a:t>Use </a:t>
            </a:r>
            <a:r>
              <a:rPr lang="en-GB" dirty="0" err="1"/>
              <a:t>Numpy</a:t>
            </a:r>
            <a:endParaRPr lang="en-GB" dirty="0"/>
          </a:p>
          <a:p>
            <a:r>
              <a:rPr lang="en-GB" dirty="0" err="1"/>
              <a:t>Np.ARRAY</a:t>
            </a:r>
            <a:r>
              <a:rPr lang="en-GB" dirty="0"/>
              <a:t>([1,2,3])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8893E-4D07-9880-79DF-CED71F2CB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95" y="501554"/>
            <a:ext cx="10716285" cy="615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EB286-9BBF-EAD4-5A35-DD052DFB7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3CF689-FF7E-DE54-13FB-5016B52FA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80" y="581694"/>
            <a:ext cx="11282286" cy="592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70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11379-472E-E01D-8955-658A90863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71CF8F-CE98-BD91-44D6-1521714A4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82" y="576315"/>
            <a:ext cx="10341236" cy="61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88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D998A-41E4-30B8-A24F-546022CB2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52BC63-44BC-B484-2E51-58D5D098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35" y="488273"/>
            <a:ext cx="11130738" cy="603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1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0A0FA-D400-847F-8A17-04FB1A31B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30A01D-8007-BAC2-24A6-7A11B2DC3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68" y="395977"/>
            <a:ext cx="10425063" cy="606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47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01FC0-6E7F-29B2-6D96-657BA3F51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978D91-E1BF-9CF6-CC8A-02C56883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99" y="506476"/>
            <a:ext cx="10181202" cy="58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2551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491</TotalTime>
  <Words>41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 Light</vt:lpstr>
      <vt:lpstr>Metropolitan</vt:lpstr>
      <vt:lpstr>Python Programming &amp; Data types</vt:lpstr>
      <vt:lpstr>PowerPoint Presentation</vt:lpstr>
      <vt:lpstr>PowerPoint Presentation</vt:lpstr>
      <vt:lpstr>Data Types</vt:lpstr>
      <vt:lpstr>Python don’t innately have Arrays built in.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kunalagarwal0202@outlook.com</dc:creator>
  <cp:lastModifiedBy>kunalagarwal0202@outlook.com</cp:lastModifiedBy>
  <cp:revision>2</cp:revision>
  <dcterms:created xsi:type="dcterms:W3CDTF">2026-02-28T08:25:43Z</dcterms:created>
  <dcterms:modified xsi:type="dcterms:W3CDTF">2026-02-28T16:37:08Z</dcterms:modified>
</cp:coreProperties>
</file>