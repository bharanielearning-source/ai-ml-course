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8" r:id="rId5"/>
    <p:sldId id="259" r:id="rId6"/>
    <p:sldId id="261" r:id="rId7"/>
    <p:sldId id="262" r:id="rId8"/>
    <p:sldId id="263" r:id="rId9"/>
    <p:sldId id="266" r:id="rId10"/>
    <p:sldId id="260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974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14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78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035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14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0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870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563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072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083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22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B2A76A74-7F27-421E-88AC-FEF1BBC103F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5E2A8F3B-B882-4D83-B10D-5B98D7B7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510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D24F-25BB-9697-9A86-F1C1758934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Python Basics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EEC30-D77E-936D-C048-18FA627BF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Kunal Agarwal</a:t>
            </a:r>
          </a:p>
          <a:p>
            <a:r>
              <a:rPr lang="en-GB" dirty="0"/>
              <a:t>AIDEAS ACADEMY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56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207D-5EBE-906D-199B-86E8270A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45572"/>
            <a:ext cx="10772775" cy="1658198"/>
          </a:xfrm>
        </p:spPr>
        <p:txBody>
          <a:bodyPr/>
          <a:lstStyle/>
          <a:p>
            <a:r>
              <a:rPr lang="en-GB" dirty="0"/>
              <a:t>Why Python?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D8A12-F82B-B970-B4A5-0C4F17B95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 is one of the Top Programming Languages in the world today Known for its simplicity, readability, and a rich ecosystem of libraries and frameworks</a:t>
            </a:r>
          </a:p>
          <a:p>
            <a:endParaRPr lang="en-GB" dirty="0"/>
          </a:p>
          <a:p>
            <a:r>
              <a:rPr lang="en-GB" dirty="0"/>
              <a:t> Python is used to build: Web Applications, Data Science Applications, Machine Learning Applications And a lot more... </a:t>
            </a:r>
          </a:p>
          <a:p>
            <a:endParaRPr lang="en-GB" dirty="0"/>
          </a:p>
          <a:p>
            <a:r>
              <a:rPr lang="en-GB" dirty="0"/>
              <a:t>Learning Python can help you become a versatile and in demand developer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81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F15F-CD55-8C4E-D5F0-FB395F24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598F-A141-807A-63BA-954678F69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45572"/>
            <a:ext cx="10772775" cy="1658198"/>
          </a:xfrm>
        </p:spPr>
        <p:txBody>
          <a:bodyPr/>
          <a:lstStyle/>
          <a:p>
            <a:r>
              <a:rPr lang="en-GB" dirty="0"/>
              <a:t>Who invented Python?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5647-B041-E1CE-2757-F09BF1BE1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Guido van Rossum</a:t>
            </a:r>
            <a:r>
              <a:rPr lang="en-GB" dirty="0"/>
              <a:t>  is a Dutch Programmer, He is the creator of Python Programming Lang.</a:t>
            </a:r>
          </a:p>
          <a:p>
            <a:r>
              <a:rPr lang="en-GB" dirty="0"/>
              <a:t>From 2005 to December 2012, Van Rossum worked at Google, where he spent half of his time developing the Python language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6EAC0D-6729-33B4-75B1-42F0AAD7B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Python was invented by the Dutch programmer Guido van Rossum. 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He began working on the language in December 1989 as a hobby project while at the Centrum Wiskunde &amp; Informatica (CWI) in the Netherlands, and released the first version in February 1991.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39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69871-D59C-A780-F978-6EBAA5EFC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Learning Python can be tricky: Lots of new terminology, concepts and syntax</a:t>
            </a:r>
          </a:p>
          <a:p>
            <a:r>
              <a:rPr lang="en-GB" dirty="0"/>
              <a:t>As time passes, we forget things How do you improve your chances of remembering things? </a:t>
            </a:r>
          </a:p>
          <a:p>
            <a:pPr marL="0" indent="0">
              <a:buNone/>
            </a:pPr>
            <a:r>
              <a:rPr lang="en-GB" dirty="0"/>
              <a:t>Active learning - think &amp; make notes Solve Exercises on your and keep coding new problems.</a:t>
            </a:r>
          </a:p>
          <a:p>
            <a:pPr marL="0" indent="0">
              <a:buNone/>
            </a:pPr>
            <a:r>
              <a:rPr lang="en-GB" dirty="0"/>
              <a:t>Remember the 1:4 ratio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073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FFB4-9988-CB27-2089-7988D4837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E6A9-F21A-AE8E-F2E1-260A43F6F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020" y="3100711"/>
            <a:ext cx="11922793" cy="2100554"/>
          </a:xfrm>
        </p:spPr>
        <p:txBody>
          <a:bodyPr/>
          <a:lstStyle/>
          <a:p>
            <a:r>
              <a:rPr lang="en-GB" dirty="0"/>
              <a:t>How to become a great programmer? </a:t>
            </a:r>
            <a:br>
              <a:rPr lang="en-GB" dirty="0"/>
            </a:br>
            <a:br>
              <a:rPr lang="en-GB" dirty="0"/>
            </a:br>
            <a:r>
              <a:rPr lang="en-GB" sz="6000" dirty="0"/>
              <a:t>PRACTICE, PRACTICE and PRACTICE 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47780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0117-C905-2660-0481-121212D5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Installing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5C9FD-3F68-16D3-5997-FAB2C2199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https://www.python.org/downloads/</a:t>
            </a:r>
            <a:endParaRPr lang="en-IN" dirty="0"/>
          </a:p>
          <a:p>
            <a:r>
              <a:rPr lang="en-IN" dirty="0"/>
              <a:t>ENV Variables</a:t>
            </a:r>
          </a:p>
          <a:p>
            <a:r>
              <a:rPr lang="en-IN" dirty="0"/>
              <a:t>Voila!</a:t>
            </a:r>
          </a:p>
        </p:txBody>
      </p:sp>
    </p:spTree>
    <p:extLst>
      <p:ext uri="{BB962C8B-B14F-4D97-AF65-F5344CB8AC3E}">
        <p14:creationId xmlns:p14="http://schemas.microsoft.com/office/powerpoint/2010/main" val="45629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C4E11-35D2-D9BD-6061-5DEE125A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234A-5234-49AB-9C06-050CDFD8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E923F-78CD-57BA-EF0C-6063C175C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Python</a:t>
            </a:r>
            <a:r>
              <a:rPr lang="en-GB" dirty="0"/>
              <a:t> is a </a:t>
            </a:r>
            <a:r>
              <a:rPr lang="en-GB" b="1" dirty="0"/>
              <a:t>high-level, </a:t>
            </a:r>
            <a:r>
              <a:rPr lang="en-IN" b="1" dirty="0"/>
              <a:t>interpreter</a:t>
            </a:r>
            <a:r>
              <a:rPr lang="en-IN" dirty="0"/>
              <a:t> </a:t>
            </a:r>
            <a:r>
              <a:rPr lang="en-GB" b="1" dirty="0"/>
              <a:t>programming language</a:t>
            </a:r>
            <a:r>
              <a:rPr lang="en-GB" dirty="0"/>
              <a:t> that is designed to be </a:t>
            </a:r>
            <a:r>
              <a:rPr lang="en-GB" b="1" dirty="0"/>
              <a:t>easy to read, write, and understand</a:t>
            </a:r>
            <a:r>
              <a:rPr lang="en-GB" dirty="0"/>
              <a:t>, while still being powerful enough for real-world software development</a:t>
            </a:r>
          </a:p>
          <a:p>
            <a:r>
              <a:rPr lang="en-GB" dirty="0"/>
              <a:t>What is High-level?</a:t>
            </a:r>
          </a:p>
          <a:p>
            <a:r>
              <a:rPr lang="en-GB" dirty="0"/>
              <a:t>What is a Programming Language?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30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741F-30E6-092F-B3E6-8017F9D9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AB0D-9BBC-A1C5-4665-F8ED77AB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86579"/>
            <a:ext cx="10772775" cy="1658198"/>
          </a:xfrm>
        </p:spPr>
        <p:txBody>
          <a:bodyPr/>
          <a:lstStyle/>
          <a:p>
            <a:r>
              <a:rPr lang="en-GB" dirty="0"/>
              <a:t>What is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A0D3F-3CCE-235D-465B-70D191E31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510235"/>
            <a:ext cx="11190879" cy="4346787"/>
          </a:xfrm>
        </p:spPr>
        <p:txBody>
          <a:bodyPr>
            <a:normAutofit/>
          </a:bodyPr>
          <a:lstStyle/>
          <a:p>
            <a:r>
              <a:rPr lang="en-GB" b="1" u="sng" dirty="0"/>
              <a:t>What is High-level?</a:t>
            </a:r>
          </a:p>
          <a:p>
            <a:r>
              <a:rPr lang="en-GB" dirty="0"/>
              <a:t>Assembly, Machine Language, COBOL…(Low Level Languages)</a:t>
            </a:r>
          </a:p>
          <a:p>
            <a:r>
              <a:rPr lang="en-GB" dirty="0"/>
              <a:t>Python lets you </a:t>
            </a:r>
            <a:r>
              <a:rPr lang="en-GB" b="1" dirty="0"/>
              <a:t>tell the computer what to do using human-like language</a:t>
            </a:r>
            <a:r>
              <a:rPr lang="en-GB" dirty="0"/>
              <a:t> instead of complex syntax and that is what high-level means.</a:t>
            </a:r>
          </a:p>
          <a:p>
            <a:r>
              <a:rPr lang="en-GB" b="1" u="sng" dirty="0"/>
              <a:t>What is a Programming Language?</a:t>
            </a:r>
          </a:p>
          <a:p>
            <a:r>
              <a:rPr lang="en-GB" dirty="0"/>
              <a:t>Way to communicate with hardware systems/computers to make it understand and do something.</a:t>
            </a:r>
          </a:p>
          <a:p>
            <a:r>
              <a:rPr lang="en-GB" b="1" u="sng" dirty="0"/>
              <a:t>What is a Interpreter?</a:t>
            </a:r>
          </a:p>
          <a:p>
            <a:r>
              <a:rPr lang="en-GB" dirty="0"/>
              <a:t>An </a:t>
            </a:r>
            <a:r>
              <a:rPr lang="en-GB" b="1" dirty="0"/>
              <a:t>interpreter</a:t>
            </a:r>
            <a:r>
              <a:rPr lang="en-GB" dirty="0"/>
              <a:t> is a program that </a:t>
            </a:r>
            <a:r>
              <a:rPr lang="en-GB" b="1" dirty="0"/>
              <a:t>reads, translates, and executes code line-by-line</a:t>
            </a:r>
            <a:r>
              <a:rPr lang="en-GB" dirty="0"/>
              <a:t>, instead of converting the whole program into machine code all at once.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00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3317-4D80-2B50-9126-118C121E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E920D-CCF3-C65F-F15C-5160E236A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238" y="218726"/>
            <a:ext cx="10461523" cy="617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97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C3D7C-340E-93B4-ECA7-510A79D6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0B15C1-D0EF-32E5-FA22-D8DFC113F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680" y="863908"/>
            <a:ext cx="10305288" cy="455366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Learn Printing in Python: Using the print() function for 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 Understanding the importance of quotes for text data - 'Hello World’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 Learn Basic Math Operations: Multiplication (*), addition (+), subtraction (-), division (/), exponentiation (**), and remainder (%)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Learn about Built-in Functions: print(), abs(), pow(), max(), and min()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247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B73F-E834-4FB4-6D54-85787459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366" y="2011680"/>
            <a:ext cx="5635420" cy="906480"/>
          </a:xfrm>
        </p:spPr>
        <p:txBody>
          <a:bodyPr>
            <a:noAutofit/>
          </a:bodyPr>
          <a:lstStyle/>
          <a:p>
            <a:r>
              <a:rPr lang="en-IN" sz="2400" dirty="0"/>
              <a:t>max(3, 7, 2) # 7</a:t>
            </a:r>
            <a:br>
              <a:rPr lang="en-IN" sz="2400" dirty="0"/>
            </a:br>
            <a:r>
              <a:rPr lang="en-IN" sz="2400" dirty="0"/>
              <a:t>max([10, 5, 20, 3]) # 20</a:t>
            </a:r>
            <a:br>
              <a:rPr lang="en-IN" sz="2400" dirty="0"/>
            </a:br>
            <a:r>
              <a:rPr lang="en-IN" sz="2400" dirty="0"/>
              <a:t>max("apple", "banana") # 'banana'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2A96D-FA53-6914-BDFB-8F68CDC4D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63" y="1545907"/>
            <a:ext cx="10753725" cy="3766185"/>
          </a:xfrm>
        </p:spPr>
        <p:txBody>
          <a:bodyPr/>
          <a:lstStyle/>
          <a:p>
            <a:r>
              <a:rPr lang="en-GB" dirty="0"/>
              <a:t>print("Hello, World!")</a:t>
            </a:r>
            <a:br>
              <a:rPr lang="en-GB" dirty="0"/>
            </a:br>
            <a:r>
              <a:rPr lang="en-GB" dirty="0"/>
              <a:t>print(10)</a:t>
            </a:r>
            <a:br>
              <a:rPr lang="en-GB" dirty="0"/>
            </a:br>
            <a:r>
              <a:rPr lang="en-GB" dirty="0"/>
              <a:t>print("Sum:", 5 + 3)</a:t>
            </a:r>
          </a:p>
          <a:p>
            <a:r>
              <a:rPr lang="en-GB" dirty="0"/>
              <a:t>  </a:t>
            </a:r>
          </a:p>
          <a:p>
            <a:r>
              <a:rPr lang="de-DE" dirty="0"/>
              <a:t>abs(-10) # 10</a:t>
            </a:r>
            <a:br>
              <a:rPr lang="de-DE" dirty="0"/>
            </a:br>
            <a:r>
              <a:rPr lang="de-DE" dirty="0"/>
              <a:t>abs(3.5) # 3.5</a:t>
            </a:r>
          </a:p>
          <a:p>
            <a:endParaRPr lang="de-DE" dirty="0"/>
          </a:p>
          <a:p>
            <a:r>
              <a:rPr lang="pl-PL" dirty="0"/>
              <a:t>pow(2, 3) # 8 (2³)</a:t>
            </a:r>
            <a:br>
              <a:rPr lang="pl-PL" dirty="0"/>
            </a:br>
            <a:r>
              <a:rPr lang="pl-PL" dirty="0"/>
              <a:t>pow(5, 2) # 25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E69AB5-8429-9C69-F4FF-EA97852C24AC}"/>
              </a:ext>
            </a:extLst>
          </p:cNvPr>
          <p:cNvSpPr txBox="1">
            <a:spLocks/>
          </p:cNvSpPr>
          <p:nvPr/>
        </p:nvSpPr>
        <p:spPr>
          <a:xfrm>
            <a:off x="5455366" y="3324286"/>
            <a:ext cx="5635420" cy="906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sz="2400" dirty="0"/>
              <a:t>min(3, 7, 2) # 2</a:t>
            </a:r>
            <a:br>
              <a:rPr lang="sv-SE" sz="2400" dirty="0"/>
            </a:br>
            <a:r>
              <a:rPr lang="sv-SE" sz="2400" dirty="0"/>
              <a:t>min([10, 5, 20, 3]) # 3</a:t>
            </a:r>
            <a:br>
              <a:rPr lang="sv-SE" sz="2400" dirty="0"/>
            </a:br>
            <a:r>
              <a:rPr lang="sv-SE" sz="2400" dirty="0"/>
              <a:t>min("apple", "banana") # 'apple'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34527975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588</TotalTime>
  <Words>565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 Light</vt:lpstr>
      <vt:lpstr>Google Sans</vt:lpstr>
      <vt:lpstr>Metropolitan</vt:lpstr>
      <vt:lpstr>Python Basics</vt:lpstr>
      <vt:lpstr>Why Python?</vt:lpstr>
      <vt:lpstr>Who invented Python?</vt:lpstr>
      <vt:lpstr>PowerPoint Presentation</vt:lpstr>
      <vt:lpstr>How to become a great programmer?   PRACTICE, PRACTICE and PRACTICE </vt:lpstr>
      <vt:lpstr>Installing Python</vt:lpstr>
      <vt:lpstr>What is Python</vt:lpstr>
      <vt:lpstr>What is Python</vt:lpstr>
      <vt:lpstr>PowerPoint Presentation</vt:lpstr>
      <vt:lpstr>PowerPoint Presentation</vt:lpstr>
      <vt:lpstr>max(3, 7, 2) # 7 max([10, 5, 20, 3]) # 20 max("apple", "banana") # 'banana'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kunalagarwal0202@outlook.com</dc:creator>
  <cp:lastModifiedBy>kunalagarwal0202@outlook.com</cp:lastModifiedBy>
  <cp:revision>3</cp:revision>
  <dcterms:created xsi:type="dcterms:W3CDTF">2026-02-28T07:25:07Z</dcterms:created>
  <dcterms:modified xsi:type="dcterms:W3CDTF">2026-02-28T19:15:26Z</dcterms:modified>
</cp:coreProperties>
</file>